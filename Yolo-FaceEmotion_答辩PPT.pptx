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645920"/>
            <a:ext cx="6858000" cy="9144"/>
          </a:xfrm>
          <a:prstGeom prst="rect">
            <a:avLst/>
          </a:prstGeom>
          <a:solidFill>
            <a:srgbClr val="3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Yolo-FaceEmotion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92608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8CAE4"/>
                </a:solidFill>
                <a:latin typeface="Microsoft YaHei"/>
              </a:defRPr>
            </a:pPr>
            <a:r>
              <a:t>基于YOLOv8和深度学习的人脸表情识别系统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566160"/>
            <a:ext cx="32004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9319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800" b="0">
                <a:solidFill>
                  <a:srgbClr val="6B7284"/>
                </a:solidFill>
                <a:latin typeface="Microsoft YaHei"/>
              </a:defRPr>
            </a:pPr>
            <a:r>
              <a:t>人工智能课程大作业 · 答辩汇报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 b="0">
                <a:solidFill>
                  <a:srgbClr val="6B7284"/>
                </a:solidFill>
                <a:latin typeface="Microsoft YaHei"/>
              </a:defRPr>
            </a:pPr>
          </a:p>
          <a:p>
            <a:pPr algn="ctr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48CAE4"/>
                </a:solidFill>
                <a:latin typeface="Microsoft YaHei"/>
              </a:defRPr>
            </a:pPr>
            <a:r>
              <a:t>GitHub: github.com/Joker-0111-G/Yolo-FaceEmotion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9436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4"/>
                </a:solidFill>
                <a:latin typeface="Microsoft YaHei"/>
              </a:defRPr>
            </a:pPr>
            <a:r>
              <a:t>2025-2026 春季学期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14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601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7284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5943600"/>
            <a:ext cx="54864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0" y="5943600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1874520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901952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2140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人脸表情识别的应用价值与研究意义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0" y="2532888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603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8716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数据集介绍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7977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FER2013数据集详情与数据分布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3191256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218688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145536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技术方案与模型架构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38144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YOLOv8s-cls + 迁移学习策略</a:t>
            </a:r>
          </a:p>
        </p:txBody>
      </p:sp>
      <p:sp>
        <p:nvSpPr>
          <p:cNvPr id="21" name="Oval 20"/>
          <p:cNvSpPr/>
          <p:nvPr/>
        </p:nvSpPr>
        <p:spPr>
          <a:xfrm>
            <a:off x="2286000" y="3849624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877056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03904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模型训练与优化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096512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训练配置、超参数、训练过程</a:t>
            </a:r>
          </a:p>
        </p:txBody>
      </p:sp>
      <p:sp>
        <p:nvSpPr>
          <p:cNvPr id="25" name="Oval 24"/>
          <p:cNvSpPr/>
          <p:nvPr/>
        </p:nvSpPr>
        <p:spPr>
          <a:xfrm>
            <a:off x="2286000" y="4507992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4535424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462272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模型评估与结果分析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准确率指标、类别分析、人类对比</a:t>
            </a:r>
          </a:p>
        </p:txBody>
      </p:sp>
      <p:sp>
        <p:nvSpPr>
          <p:cNvPr id="29" name="Oval 28"/>
          <p:cNvSpPr/>
          <p:nvPr/>
        </p:nvSpPr>
        <p:spPr>
          <a:xfrm>
            <a:off x="2286000" y="5166360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193792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206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实时推理系统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1324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系统流程、演示效果</a:t>
            </a:r>
          </a:p>
        </p:txBody>
      </p:sp>
      <p:sp>
        <p:nvSpPr>
          <p:cNvPr id="33" name="Oval 32"/>
          <p:cNvSpPr/>
          <p:nvPr/>
        </p:nvSpPr>
        <p:spPr>
          <a:xfrm>
            <a:off x="2286000" y="5824728"/>
            <a:ext cx="384048" cy="384048"/>
          </a:xfrm>
          <a:prstGeom prst="ellipse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585216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7900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挑战与展望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071616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技术挑战、未来优化方向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🎯 什么是人脸表情识别？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人脸表情识别 (Facial Expression Recognition, FER)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是计算机视觉领域的重要研究方向。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通过分析人脸图像中的面部特征（眉眼、嘴角、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鼻翼等肌肉运动），自动判断人的情绪状态。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7种基本表情：Anger · Disgust · Fear · Happy 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Neutral · Sad · Surprise (Ekman基本情绪理论)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303520" cy="914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💡 应用场景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🎓 智慧教育：学生课堂专注度与情绪分析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🏥 心理健康：抑郁症等情绪障碍辅助筛查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6040"/>
            <a:ext cx="5303520" cy="1143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743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715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🚗 智能驾驶：驾驶员疲劳/情绪状态监测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🤖 人机交互：情感计算与智能客服系统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🛒 新零售：顾客满意度无感采集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097280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16052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33088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🚀 为什么选择这个项目？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1. 端到端实践：完整覆盖「数据 → 训练 → 评估 → 部署」的深度学习全流程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2. 前沿技术栈：使用最新的YOLOv8架构 + PyTorch框架 + Ultralytics生态系统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3. 迁移学习典范：ImageNet预训练 → FER2013微调，展示迁移学习在CV中的强大威力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4. 实际可部署：不仅仅是模型训练，还实现了实时摄像头推理，可落地应用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5. 超越人类基准：模型71.6%准确率 vs 人类平均~65%，证明了深度学习在该任务上的优势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数据集介绍 — FER2013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2926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📊 FER2013 数据集概览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来源：Kaggle Facial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        Recognition 2013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总图片数：35,887 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图片尺寸：48×48 像素（灰度图）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表情类别：7 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训练集：28,709 张 (80%)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验证集：3,589 张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测试集：3,589 张 (10%)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463040"/>
            <a:ext cx="7040880" cy="2926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572768"/>
            <a:ext cx="6492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📈 各类别数据分布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0574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类别     训练集   验证集   测试集    总计      占比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860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━━━━━━━━━━━━━━━━━━━━━━━━━━━━━━━━━━━━━━━━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5146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Anger     3,995    467     491    4,953   13.8%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7432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Disgust     436     56      55      547    1.5%  ⚠️ 最少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9718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Fear      4,097    496     528    5,121   14.3%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004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Happy     7,215    895     879    8,989   25.0%  ⭐ 最多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290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Neutral   4,965    607     626    6,198   17.3%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6576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Sad       4,830    653     594    6,077   16.9%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886200"/>
            <a:ext cx="6492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Surprise  3,171    415     416    4,002   11.2%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63440"/>
            <a:ext cx="10972800" cy="1645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0060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773168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⚠️ 关键发现：严重的类别不平衡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578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😊 Happy 类有 7,215 张训练图片 → 模型最容易识别该类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🤢 Disgust 类仅有 436 张训练图片 → 模型最难识别该类（样本量仅为 Happy 的 6%）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📊 最大类/最小类比例 = 16.5:1，这是影响模型整体准确率的核心瓶颈之一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💡 后续优化方向：对少数类（Disgust, Surprise）进行过采样或使用类别权重加权训练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技术方案与模型架构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🧠 YOLOv8s-cls 分类模型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YOLOv8 是 Ultralytics 公司开发的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最新一代目标检测/分类/分割框架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本项目使用 YOLOv8s-cls：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s = small (轻量版，~5M参数)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cls = 分类任务专用变体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30层网络，12.5 GFLOPs计算量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核心模块：Conv + C2f (跨阶段部分连接)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输入尺寸：64×64 (FER2013原图48×48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上采样以保留更多面部特征)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🔄 迁移学习策略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Transfer Learning 核心思想：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将在大型数据集上训练的模型知识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迁移到目标任务上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本项目的迁移学习流程：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1. 加载 yolov8s-cls.pt (ImageNet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预训练，1000类，百万级图片)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2. 冻结156/158层预训练权重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3. 替换最后的分类头 (1000类 → 7类)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4. 在FER2013上微调200个epoch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5. 仅训练约2小时即收敛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023360"/>
            <a:ext cx="1097280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160520"/>
            <a:ext cx="54864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133088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✅ 技术选型理由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177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相比传统CNN（LeNet/AlexNet/VGG）: YOLOv8 架构更现代，C2f模块特征提取能力更强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463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相比ViT (Vision Transformer): YOLO 在中小数据集上收敛更快，不需要海量预训练数据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相比ResNet/EfficientNet: YOLO 内置RandAugment等增强策略，一个API调用即可启用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3035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生态成熟: Ultralytics框架提供完整的 train/val/predict/export 工具链，降低开发门槛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推理速度: 0.3ms/张(GPU)，可满足实时视频流处理需求(30fps+)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系统架构与数据流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188720" cy="1188720"/>
          </a:xfrm>
          <a:prstGeom prst="round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📷</a:t>
            </a:r>
            <a:br/>
            <a:r>
              <a:t>摄像头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91640" y="2697480"/>
            <a:ext cx="320040" cy="365760"/>
          </a:xfrm>
          <a:prstGeom prst="rightArrow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286000"/>
            <a:ext cx="1188720" cy="1188720"/>
          </a:xfrm>
          <a:prstGeom prst="roundRect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  <a:br/>
            <a:r>
              <a:t>灰度转换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2697480"/>
            <a:ext cx="320040" cy="365760"/>
          </a:xfrm>
          <a:prstGeom prst="rightArrow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286000"/>
            <a:ext cx="1188720" cy="11887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  <a:br/>
            <a:r>
              <a:t>人脸检测</a:t>
            </a:r>
            <a:br/>
            <a:r>
              <a:t>Haar Cascade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34840" y="2697480"/>
            <a:ext cx="320040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2286000"/>
            <a:ext cx="1188720" cy="1188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✂️</a:t>
            </a:r>
            <a:br/>
            <a:r>
              <a:t>人脸裁剪</a:t>
            </a:r>
            <a:br/>
            <a:r>
              <a:t>+15px padding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2697480"/>
            <a:ext cx="320040" cy="36576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1188720" cy="1188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  <a:br/>
            <a:r>
              <a:t>YOLO推理</a:t>
            </a:r>
            <a:br/>
            <a:r>
              <a:t>64×64 input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43800" y="2697480"/>
            <a:ext cx="320040" cy="36576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2286000"/>
            <a:ext cx="1188720" cy="11887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🏷️</a:t>
            </a:r>
            <a:br/>
            <a:r>
              <a:t>情绪标签</a:t>
            </a:r>
            <a:br/>
            <a:r>
              <a:t>Top-1 + 置信度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98280" y="2697480"/>
            <a:ext cx="320040" cy="36576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2286000"/>
            <a:ext cx="1188720" cy="1188720"/>
          </a:xfrm>
          <a:prstGeom prst="round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377440"/>
            <a:ext cx="1188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🖼️</a:t>
            </a:r>
            <a:br/>
            <a:r>
              <a:t>画面渲染</a:t>
            </a:r>
            <a:br/>
            <a:r>
              <a:t>框+标签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▲ 推理流程图：从摄像头采集到最终画面渲染的完整数据通路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53035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52628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9884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🔍 阶段一：人脸检测（传统CV）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算法：OpenCV Haar Cascade 级联分类器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原理：Haar-like特征 + AdaBoost级联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40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参数：scaleFactor=1.1, minNeighbors=5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最小人脸尺寸：60×60 像素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978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优势：极快，CPU即可实时运行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264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局限：对侧脸、遮挡、极端光照敏感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89120"/>
            <a:ext cx="53035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4526280"/>
            <a:ext cx="5486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49884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🧠 阶段二：表情分类（深度学习）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834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模型：YOLOv8s-cls（~5M参数）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2120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输入：裁剪后的人脸区域 → 64×64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40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输出：7类表情的概率分布 + Top-1标签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692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推理速度：0.3ms/张（GPU）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8978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预处理：0.0ms（YOLO内置标准化）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1264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• 后处理：0.0ms（直接取softmax最大值）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模型训练与优化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3200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⚙️ 训练超参数配置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模型基座：yolov8s-cls.pt (ImageNet预训练)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输入尺寸：64 × 64 像素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训练轮数：200 epochs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批次大小：32（兼顾显存与收敛速度）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优化器：MuSGD (Ultralytics自动选择)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初始学习率：0.01 (warm-up 3 epochs)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学习率调度：cos_lr (余弦退火)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数据增强：RandAugment（自动搜索增强策略）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Dropout：0.0（使用RandAugment替代正则化）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训练时间：2.102 小时 (RTX 3050 4GB)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GPU显存占用：~1.0 GB（峰值~2GB）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训练集：28,709张 / 验证集：3,589张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03520" cy="3200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📉 训练过程（损失下降曲线）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Epoch   GPU_mem   loss   变化趋势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━━━━━━━━━━━━━━━━━━━━━━━━━━━━━━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1      1.0G    1.1482  ████████████████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50      1.0G    0.5450  ████████ (↓52.5%)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100      1.0G    0.4115  ██████   (↓64.2%)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150      1.0G    0.3523  █████    (↓69.3%)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200      1.0G    0.3143  ████     (↓72.6%)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▸ 前50轮：损失快速下降（模型快速学习）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▸ 50-150轮：稳定下降（精细调优阶段）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▸ 150-200轮：收敛缓慢（接近最优）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▸ 最优模型出现在 ~Epoch 110-120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92040"/>
            <a:ext cx="1097280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502920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001768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🔧 训练优化策略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864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RandAugment：自动搜索最优数据增强组合（random erasing, rotation, color jitter等），替代手工设计增强 → 有效防止过拟合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150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MuSGD (Momentum SGD)：带动量的随机梯度下降，momentum=0.937 → 加速收敛、减少震荡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Warm-up (3 epochs)：学习率从0.01×0.1线性升至0.01 → 避免训练初期不稳定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7220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Early Stopping (patience=100)：监控验证集准确率，超过100轮不提升则自动停止 → 防止过拟合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模型评估与结果分析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6B35"/>
                </a:solidFill>
                <a:latin typeface="Microsoft YaHei"/>
              </a:defRPr>
            </a:pPr>
            <a:r>
              <a:t>71.61%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4"/>
                </a:solidFill>
                <a:latin typeface="Microsoft YaHei"/>
              </a:defRPr>
            </a:pPr>
            <a:r>
              <a:t>Top-1 准确率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46888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ECC71"/>
                </a:solidFill>
                <a:latin typeface="Microsoft YaHei"/>
              </a:defRPr>
            </a:pPr>
            <a:r>
              <a:t>99.20%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4"/>
                </a:solidFill>
                <a:latin typeface="Microsoft YaHei"/>
              </a:defRPr>
            </a:pPr>
            <a:r>
              <a:t>Top-5 准确率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46888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B4D8"/>
                </a:solidFill>
                <a:latin typeface="Microsoft YaHei"/>
              </a:defRPr>
            </a:pPr>
            <a:r>
              <a:t>0.3ms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4"/>
                </a:solidFill>
                <a:latin typeface="Microsoft YaHei"/>
              </a:defRPr>
            </a:pPr>
            <a:r>
              <a:t>单张推理速度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63040"/>
            <a:ext cx="246888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4592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9B59B6"/>
                </a:solidFill>
                <a:latin typeface="Microsoft YaHei"/>
              </a:defRPr>
            </a:pPr>
            <a:r>
              <a:t>2.1h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4"/>
                </a:solidFill>
                <a:latin typeface="Microsoft YaHei"/>
              </a:defRPr>
            </a:pPr>
            <a:r>
              <a:t>训练总时长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548640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10128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📈 准确率提升路径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Epoch   验证集Top-1   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━━━━━━━━━━━━━━━━━━━━━━━━━━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初始(预训练)  ~55%      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50 epochs    ~64%      +9%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100 epochs    ~67%      +3%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150 epochs    ~69%      +2%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200 epochs    ~70.3%    +1.3%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14400" y="56235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最终测试集 Top-1: 71.61%（泛化良好）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00400"/>
            <a:ext cx="5303520" cy="20116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33756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1012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🔍 评估关键发现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7947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Top-1 71.61% → 在7分类任务上表现良好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023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Top-5 99.2% → 模型几乎从不把表情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519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 误判为完全不相关的类别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805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⚠️ 验证集约70.3% vs 测试集71.61%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7091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 → 测试集表现更好，无过拟合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🔥 推理仅需0.3ms → 可支持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66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 3000+ fps 的实时处理速度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10972800" cy="914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5577840"/>
            <a:ext cx="54864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50408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🔄 主要误判模式分析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3504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🔸 Fear ↔ Surprise 混淆：两种表情面部特征相似（眉眼上扬、嘴巴张开），是最容易混淆的类别对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26364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🔸 Sad ↔ Neutral 混淆：轻度悲伤与无表情难以区分，尤其是灰度低分辨率图片中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492240"/>
            <a:ext cx="10424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🔸 Anger ↔ Disgust 混淆：两种负面情绪都有皱眉、鼻翼收缩等特征，且Disgust训练样本极少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各类别表现分析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4572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😊 Happy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⭐ 最高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样本最多 (7,215)，特征明显易识别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572768"/>
            <a:ext cx="4572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544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😐 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65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⭐ 较高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7744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样本充足 (4,965)，面部特征简单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72768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5544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😠 Anger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65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✅ 良好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样本适中 (3,995)，特征清晰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6304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572768"/>
            <a:ext cx="457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5544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😲 Surprise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6596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✅ 良好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37744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特征鲜明，但样本偏少 (3,171)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3192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041648"/>
            <a:ext cx="457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233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😢 Sad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348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⚠️ 中等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轻度悲伤与Neutral易混淆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93192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0440" y="4041648"/>
            <a:ext cx="457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40233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😨 Fear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4348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⚠️ 中等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8463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常与Surprise混淆，特征相似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931920"/>
            <a:ext cx="2560320" cy="21945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4041648"/>
            <a:ext cx="457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0233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33E"/>
                </a:solidFill>
                <a:latin typeface="Microsoft YaHei"/>
              </a:defRPr>
            </a:pPr>
            <a:r>
              <a:t>🤢 Disgust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348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🔻 最低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84632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仅436张训练图（最少），严重欠拟合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E"/>
                </a:solidFill>
                <a:latin typeface="Microsoft YaHei"/>
              </a:defRPr>
            </a:pPr>
            <a:r>
              <a:t>💡 类别准确率与训练样本数量呈正相关 → 解决类别不平衡是提升模型性能的关键方向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与人类基准对比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3657600" cy="32004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233E"/>
                </a:solidFill>
                <a:latin typeface="Microsoft YaHei"/>
              </a:defRPr>
            </a:pPr>
            <a:r>
              <a:t>👤 人类平均水平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E74C3C"/>
                </a:solidFill>
                <a:latin typeface="Microsoft YaHei"/>
              </a:defRPr>
            </a:pPr>
            <a:r>
              <a:t>~65%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4"/>
                </a:solidFill>
                <a:latin typeface="Microsoft YaHei"/>
              </a:defRPr>
            </a:pPr>
            <a:r>
              <a:t>Top-1 准确率</a:t>
            </a:r>
            <a:br/>
            <a:r>
              <a:t>(FER2013 数据集)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6B35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3657600" cy="3200400"/>
          </a:xfrm>
          <a:prstGeom prst="round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0116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🤖 Yolo-FaceEmotion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432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2ECC71"/>
                </a:solidFill>
                <a:latin typeface="Microsoft YaHei"/>
              </a:defRPr>
            </a:pPr>
            <a:r>
              <a:t>~71.6%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4048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8CAE4"/>
                </a:solidFill>
                <a:latin typeface="Microsoft YaHei"/>
              </a:defRPr>
            </a:pPr>
            <a:r>
              <a:t>Top-1 准确率</a:t>
            </a:r>
            <a:br/>
            <a:r>
              <a:t>(FER2013 测试集)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3035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↑ 模型超越人类约 6.6 个百分点（相对提升 10.2%）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注：人类在FER2013上的平均准确率约为 65% ± 5%（来源：FER2013竞赛报告及后续研究）。模型通过学习数万张表情图片，掌握了细微的面部特征差异，超越了未经训练的人类观察者。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实时推理系统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🎥 实时推理系统 (main.py)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🎥 调用本地摄像头 (cv2.VideoCapture(0))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🔄 每帧转为灰度图 → 加速人脸检测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🔍 Haar Cascade 检测画面中所有人脸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✂️ 每张人脸向外扩展15px → 截取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🧠 YOLO前向推理 → 获取情绪分类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🖼️ 绿色框 + 标签 + 置信度叠加渲染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⌨️ 按 'q' 键退出，自动释放资源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🖥️ 显示效果示意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┌──────────────────────────────┐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                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┌──────────┐             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│  😊      │          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│ Happy    │ ← 绿色框    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│ (98.3%)  │ ← 置信度   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└──────────┘           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                         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窗口标题:                   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│   YOLO Emotion Recognition  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└──────────────────────────────┘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80560"/>
            <a:ext cx="5303520" cy="18288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617720"/>
            <a:ext cx="54864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9028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⚡ 工程亮点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灰度转换加速：人脸检测在灰度图进行，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03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减少2/3计算量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verbose=False：抑制每帧控制台输出，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607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 避免刷屏影响性能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padding=15px：防止人脸边缘特征丢失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217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边界保护：max(0, y-padding) 防止越界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480560"/>
            <a:ext cx="5303520" cy="18288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617720"/>
            <a:ext cx="5486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59028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📊 性能指标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074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📹 帧处理速度：30+ fps（取决于摄像头帧率）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⏱️ 人脸检测：~5ms（Haar Cascade, CPU）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532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🚀 YOLO推理：0.3ms/张（GPU, RTX 3050）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7607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📊 总延迟：~10ms/帧 → 完全满足实时需求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989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💾 GPU显存占用：&lt; 1GB（推理模式）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217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🖥️ CPU占用：低（主要负载在GPU推理）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技术挑战与解决方案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挑战一：类别严重不平衡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46304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233E"/>
                </a:solidFill>
                <a:latin typeface="Microsoft YaHei"/>
              </a:defRPr>
            </a:pPr>
            <a:r>
              <a:t>Disgust类仅436张训练图，Happy类7,215张</a:t>
            </a:r>
            <a:br/>
            <a:r>
              <a:t>→ 最大/最小类比例 = 16.5:1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46304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CC71"/>
                </a:solidFill>
                <a:latin typeface="Microsoft YaHei"/>
              </a:defRPr>
            </a:pPr>
            <a:r>
              <a:t>✅ 使用RandAugment对所有类别统一增强</a:t>
            </a:r>
            <a:br/>
            <a:r>
              <a:t>🔜 未来：对少数类过采样(SMOTE)或使用Focal Loss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60320"/>
            <a:ext cx="10972800" cy="0"/>
          </a:xfrm>
          <a:prstGeom prst="line">
            <a:avLst/>
          </a:prstGeom>
          <a:ln w="6350"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743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挑战二：低分辨率图片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233E"/>
                </a:solidFill>
                <a:latin typeface="Microsoft YaHei"/>
              </a:defRPr>
            </a:pPr>
            <a:r>
              <a:t>FER2013原图仅48×48像素灰度图</a:t>
            </a:r>
            <a:br/>
            <a:r>
              <a:t>→ 面部细节有限，模型难以捕捉微妙差异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CC71"/>
                </a:solidFill>
                <a:latin typeface="Microsoft YaHei"/>
              </a:defRPr>
            </a:pPr>
            <a:r>
              <a:t>✅ 上采样至64×64，保留更多特征信息</a:t>
            </a:r>
            <a:br/>
            <a:r>
              <a:t>✅ YOLO内部特征金字塔多尺度提取特征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840480"/>
            <a:ext cx="10972800" cy="0"/>
          </a:xfrm>
          <a:prstGeom prst="line">
            <a:avLst/>
          </a:prstGeom>
          <a:ln w="6350"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挑战三：Haar Cascade人脸检测局限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233E"/>
                </a:solidFill>
                <a:latin typeface="Microsoft YaHei"/>
              </a:defRPr>
            </a:pPr>
            <a:r>
              <a:t>对侧脸、遮挡、极端光照场景检测率低</a:t>
            </a:r>
            <a:br/>
            <a:r>
              <a:t>→ 人脸检测失败 → 整个系统无法工作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02336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CC71"/>
                </a:solidFill>
                <a:latin typeface="Microsoft YaHei"/>
              </a:defRPr>
            </a:pPr>
            <a:r>
              <a:t>✅ 本项目当前使用Haar（速度优先）</a:t>
            </a:r>
            <a:br/>
            <a:r>
              <a:t>🔜 未来：替换为YOLO-face检测模型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120640"/>
            <a:ext cx="10972800" cy="0"/>
          </a:xfrm>
          <a:prstGeom prst="line">
            <a:avLst/>
          </a:prstGeom>
          <a:ln w="6350">
            <a:solidFill>
              <a:srgbClr val="E0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挑战四：表情模糊性与主观性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30352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233E"/>
                </a:solidFill>
                <a:latin typeface="Microsoft YaHei"/>
              </a:defRPr>
            </a:pPr>
            <a:r>
              <a:t>Fear/Surprise、Sad/Neutral 易混淆</a:t>
            </a:r>
            <a:br/>
            <a:r>
              <a:t>→ 即使是人类标注者也存在分歧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30352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CC71"/>
                </a:solidFill>
                <a:latin typeface="Microsoft YaHei"/>
              </a:defRPr>
            </a:pPr>
            <a:r>
              <a:t>✅ Top-5准确率99.2%：模型知道"近似表情"</a:t>
            </a:r>
            <a:br/>
            <a:r>
              <a:t>✅ Top-1 71.6%已超过人类平均水平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未来优化方向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233E"/>
                </a:solidFill>
                <a:latin typeface="Microsoft YaHei"/>
              </a:defRPr>
            </a:pPr>
            <a: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6B35"/>
                </a:solidFill>
                <a:latin typeface="Microsoft YaHei"/>
              </a:defRPr>
            </a:pPr>
            <a:r>
              <a:t>数据层面优化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9144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对少数类(Disgust)过采样至与Happy相当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引入更多真实场景数据集(RAF-DB, AffectNet)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尝试GAN生成少数类表情图片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使用更强的数据增强：CutMix + MixUp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63040"/>
            <a:ext cx="260604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233E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6002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9B59B6"/>
                </a:solidFill>
                <a:latin typeface="Microsoft YaHei"/>
              </a:defRPr>
            </a:pPr>
            <a:r>
              <a:t>模型架构升级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148840"/>
            <a:ext cx="91440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4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尝试YOLOv8m-cls / YOLOv8l-cls更大模型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8803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对比ViT/EfficientNet等架构在该任务的表现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832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引入注意力机制增强关键面部区域权重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8862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探索多任务学习：同时预测表情+关键点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260604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233E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6002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B4D8"/>
                </a:solidFill>
                <a:latin typeface="Microsoft YaHei"/>
              </a:defRPr>
            </a:pPr>
            <a:r>
              <a:t>人脸检测升级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48840"/>
            <a:ext cx="9144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7744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Haar Cascade → YOLO人脸检测模型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803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支持多角度人脸检测(侧脸、低头、仰头)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添加人脸对齐预处理(MTCNN/RetinaFace)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862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引入人脸质量评估过滤低质量输入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463040"/>
            <a:ext cx="260604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600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233E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6002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CC71"/>
                </a:solidFill>
                <a:latin typeface="Microsoft YaHei"/>
              </a:defRPr>
            </a:pPr>
            <a:r>
              <a:t>工程部署优化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148840"/>
            <a:ext cx="91440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37744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FP16/INT8量化 → 模型体积缩小75%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8803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导出ONNX/TensorRT格式加速推理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38328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OpenVINO部署到边缘设备(树莓派/Jetson)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862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233E"/>
                </a:solidFill>
                <a:latin typeface="Microsoft YaHei"/>
              </a:defRPr>
            </a:pPr>
            <a:r>
              <a:t>• Flask/Streamlit搭建Web交互界面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项目总结与收获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4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🏆 项目成果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成功构建了端到端的人脸表情识别系统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掌握了YOLOv8分类模型的训练流程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数据准备 → 超参数配置 → 训练监控 → 模型保存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理解了迁移学习的核心思想和实践方法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ImageNet预训练 → FER2013微调 → 精度提升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实现了实时摄像头推理的完整工程链路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图像采集 → 人脸检测 → 表情分类 → 结果渲染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模型Top-1准确率71.61%，超越人类基准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达到了课程项目的预期目标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✅ 深入理解了数据集质量对深度学习的影响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类别不平衡 → 少数类准确率低 → 优化方向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1600200"/>
            <a:ext cx="54864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572768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233E"/>
                </a:solidFill>
                <a:latin typeface="Microsoft YaHei"/>
              </a:defRPr>
            </a:pPr>
            <a:r>
              <a:t>📚 技能与知识收获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PyTorch &amp; Ultralytics 框架实战经验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YOLO系列模型架构理解(Conv + C2f + Head)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743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计算机视觉全流程：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200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分类/检测/分割任务的异同与选择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OpenCV图像处理：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颜色空间转换、人脸检测、图像渲染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83680" y="4343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深度学习训练技巧：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572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RandAugment、Warm-up、Cosine LR、Early Stop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8006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583680" y="50292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模型评估方法论：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257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   Top-1/Top-5、混淆矩阵、类别分析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486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583680" y="5715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4"/>
                </a:solidFill>
                <a:latin typeface="Microsoft YaHei"/>
              </a:defRPr>
            </a:pPr>
            <a:r>
              <a:t>🔹 完整项目的工程化思维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686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B7284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926080"/>
            <a:ext cx="32004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defRPr sz="2400" b="1">
                <a:solidFill>
                  <a:srgbClr val="48CAE4"/>
                </a:solidFill>
                <a:latin typeface="Microsoft YaHei"/>
              </a:defRPr>
            </a:pPr>
            <a:r>
              <a:t>Yolo-FaceEmotion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600" b="0">
                <a:solidFill>
                  <a:srgbClr val="6B7284"/>
                </a:solidFill>
                <a:latin typeface="Microsoft YaHei"/>
              </a:defRPr>
            </a:pPr>
            <a:r>
              <a:t>基于YOLOv8s-cls和FER2013的实时人脸表情识别系统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48CAE4"/>
                </a:solidFill>
                <a:latin typeface="Microsoft YaHei"/>
              </a:defRPr>
            </a:pPr>
            <a:r>
              <a:t>GitHub: github.com/Joker-0111-G/Yolo-FaceEmotion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6B35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57784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4"/>
                </a:solidFill>
                <a:latin typeface="Microsoft YaHei"/>
              </a:defRPr>
            </a:pPr>
            <a:r>
              <a:t>欢迎提问与交流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2179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4"/>
                </a:solidFill>
                <a:latin typeface="Microsoft YaHei"/>
              </a:defRPr>
            </a:pPr>
            <a:r>
              <a:t>人工智能课程大作业 · 2025-2026春季学期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